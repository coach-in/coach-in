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League Gothic" charset="1" panose="00000500000000000000"/>
      <p:regular r:id="rId29"/>
    </p:embeddedFont>
    <p:embeddedFont>
      <p:font typeface="Open Sans" charset="1" panose="020B0606030504020204"/>
      <p:regular r:id="rId30"/>
    </p:embeddedFont>
    <p:embeddedFont>
      <p:font typeface="Montserrat" charset="1" panose="00000500000000000000"/>
      <p:regular r:id="rId31"/>
    </p:embeddedFont>
    <p:embeddedFont>
      <p:font typeface="Brice SemiExpanded" charset="1" panose="00000000000000000000"/>
      <p:regular r:id="rId32"/>
    </p:embeddedFont>
    <p:embeddedFont>
      <p:font typeface="Clear Sans" charset="1" panose="020B0503030202020304"/>
      <p:regular r:id="rId33"/>
    </p:embeddedFont>
    <p:embeddedFont>
      <p:font typeface="Norwester" charset="1" panose="00000506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jpe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0.jpeg" Type="http://schemas.openxmlformats.org/officeDocument/2006/relationships/image"/><Relationship Id="rId4" Target="../media/image3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1.jpeg" Type="http://schemas.openxmlformats.org/officeDocument/2006/relationships/image"/><Relationship Id="rId4" Target="../media/image42.jpeg" Type="http://schemas.openxmlformats.org/officeDocument/2006/relationships/image"/><Relationship Id="rId5" Target="../media/image4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75" y="-355778"/>
            <a:ext cx="18288000" cy="12835166"/>
          </a:xfrm>
          <a:custGeom>
            <a:avLst/>
            <a:gdLst/>
            <a:ahLst/>
            <a:cxnLst/>
            <a:rect r="r" b="b" t="t" l="l"/>
            <a:pathLst>
              <a:path h="12835166" w="18288000">
                <a:moveTo>
                  <a:pt x="0" y="0"/>
                </a:moveTo>
                <a:lnTo>
                  <a:pt x="18288000" y="0"/>
                </a:lnTo>
                <a:lnTo>
                  <a:pt x="18288000" y="12835166"/>
                </a:lnTo>
                <a:lnTo>
                  <a:pt x="0" y="12835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77683" y="5607050"/>
            <a:ext cx="13132634" cy="4086225"/>
            <a:chOff x="0" y="0"/>
            <a:chExt cx="17510179" cy="54483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52450"/>
              <a:ext cx="17510179" cy="1555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662"/>
                </a:lnSpc>
              </a:pPr>
              <a:r>
                <a:rPr lang="en-US" sz="8250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POUR REDONNER DE L’HUMAIN DANS LE SPORT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972050"/>
              <a:ext cx="8461495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45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52374" y="-38100"/>
              <a:ext cx="3762495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446626" y="-38100"/>
              <a:ext cx="3762495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7130" y="6223960"/>
            <a:ext cx="634612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835981" y="3672130"/>
            <a:ext cx="3832906" cy="3950744"/>
            <a:chOff x="0" y="0"/>
            <a:chExt cx="5110541" cy="52676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10541" cy="5110541"/>
            </a:xfrm>
            <a:custGeom>
              <a:avLst/>
              <a:gdLst/>
              <a:ahLst/>
              <a:cxnLst/>
              <a:rect r="r" b="b" t="t" l="l"/>
              <a:pathLst>
                <a:path h="5110541" w="5110541">
                  <a:moveTo>
                    <a:pt x="0" y="0"/>
                  </a:moveTo>
                  <a:lnTo>
                    <a:pt x="5110541" y="0"/>
                  </a:lnTo>
                  <a:lnTo>
                    <a:pt x="5110541" y="5110541"/>
                  </a:lnTo>
                  <a:lnTo>
                    <a:pt x="0" y="5110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423382" y="4478409"/>
              <a:ext cx="2599324" cy="789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40"/>
                </a:lnSpc>
                <a:spcBef>
                  <a:spcPct val="0"/>
                </a:spcBef>
              </a:pPr>
              <a:r>
                <a:rPr lang="en-US" sz="4134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JULIEN MOREL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35911" y="3899296"/>
            <a:ext cx="3216177" cy="3842446"/>
            <a:chOff x="0" y="0"/>
            <a:chExt cx="4288236" cy="51232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88236" cy="4288236"/>
            </a:xfrm>
            <a:custGeom>
              <a:avLst/>
              <a:gdLst/>
              <a:ahLst/>
              <a:cxnLst/>
              <a:rect r="r" b="b" t="t" l="l"/>
              <a:pathLst>
                <a:path h="4288236" w="4288236">
                  <a:moveTo>
                    <a:pt x="0" y="0"/>
                  </a:moveTo>
                  <a:lnTo>
                    <a:pt x="4288236" y="0"/>
                  </a:lnTo>
                  <a:lnTo>
                    <a:pt x="4288236" y="4288236"/>
                  </a:lnTo>
                  <a:lnTo>
                    <a:pt x="0" y="4288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179911" y="4335861"/>
              <a:ext cx="3108325" cy="78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1"/>
                </a:lnSpc>
                <a:spcBef>
                  <a:spcPct val="0"/>
                </a:spcBef>
              </a:pPr>
              <a:r>
                <a:rPr lang="en-US" sz="4125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SARAH LEGRAND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623137" y="3972738"/>
            <a:ext cx="3216177" cy="3842422"/>
            <a:chOff x="0" y="0"/>
            <a:chExt cx="4288236" cy="51232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88236" cy="4288236"/>
            </a:xfrm>
            <a:custGeom>
              <a:avLst/>
              <a:gdLst/>
              <a:ahLst/>
              <a:cxnLst/>
              <a:rect r="r" b="b" t="t" l="l"/>
              <a:pathLst>
                <a:path h="4288236" w="4288236">
                  <a:moveTo>
                    <a:pt x="0" y="0"/>
                  </a:moveTo>
                  <a:lnTo>
                    <a:pt x="4288236" y="0"/>
                  </a:lnTo>
                  <a:lnTo>
                    <a:pt x="4288236" y="4288236"/>
                  </a:lnTo>
                  <a:lnTo>
                    <a:pt x="0" y="4288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2621641" y="4335861"/>
              <a:ext cx="1590514" cy="787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31"/>
                </a:lnSpc>
                <a:spcBef>
                  <a:spcPct val="0"/>
                </a:spcBef>
              </a:pPr>
              <a:r>
                <a:rPr lang="en-US" sz="4124">
                  <a:solidFill>
                    <a:srgbClr val="FFFFFF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TOM FER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LES PERSONAS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10042353"/>
            <a:ext cx="4503308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“personas/Persona's Coach'in.pdf”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49659" y="2748555"/>
            <a:ext cx="2415516" cy="2415516"/>
          </a:xfrm>
          <a:custGeom>
            <a:avLst/>
            <a:gdLst/>
            <a:ahLst/>
            <a:cxnLst/>
            <a:rect r="r" b="b" t="t" l="l"/>
            <a:pathLst>
              <a:path h="2415516" w="2415516">
                <a:moveTo>
                  <a:pt x="0" y="0"/>
                </a:moveTo>
                <a:lnTo>
                  <a:pt x="2415516" y="0"/>
                </a:lnTo>
                <a:lnTo>
                  <a:pt x="2415516" y="2415516"/>
                </a:lnTo>
                <a:lnTo>
                  <a:pt x="0" y="2415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78234" y="2767605"/>
            <a:ext cx="2415516" cy="2415516"/>
          </a:xfrm>
          <a:custGeom>
            <a:avLst/>
            <a:gdLst/>
            <a:ahLst/>
            <a:cxnLst/>
            <a:rect r="r" b="b" t="t" l="l"/>
            <a:pathLst>
              <a:path h="2415516" w="2415516">
                <a:moveTo>
                  <a:pt x="0" y="0"/>
                </a:moveTo>
                <a:lnTo>
                  <a:pt x="2415516" y="0"/>
                </a:lnTo>
                <a:lnTo>
                  <a:pt x="2415516" y="2415516"/>
                </a:lnTo>
                <a:lnTo>
                  <a:pt x="0" y="24155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17192" y="4529125"/>
            <a:ext cx="2415516" cy="2415516"/>
          </a:xfrm>
          <a:custGeom>
            <a:avLst/>
            <a:gdLst/>
            <a:ahLst/>
            <a:cxnLst/>
            <a:rect r="r" b="b" t="t" l="l"/>
            <a:pathLst>
              <a:path h="2415516" w="2415516">
                <a:moveTo>
                  <a:pt x="0" y="0"/>
                </a:moveTo>
                <a:lnTo>
                  <a:pt x="2415516" y="0"/>
                </a:lnTo>
                <a:lnTo>
                  <a:pt x="2415516" y="2415516"/>
                </a:lnTo>
                <a:lnTo>
                  <a:pt x="0" y="2415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936242" y="4548175"/>
            <a:ext cx="2415516" cy="2415516"/>
          </a:xfrm>
          <a:custGeom>
            <a:avLst/>
            <a:gdLst/>
            <a:ahLst/>
            <a:cxnLst/>
            <a:rect r="r" b="b" t="t" l="l"/>
            <a:pathLst>
              <a:path h="2415516" w="2415516">
                <a:moveTo>
                  <a:pt x="0" y="0"/>
                </a:moveTo>
                <a:lnTo>
                  <a:pt x="2415516" y="0"/>
                </a:lnTo>
                <a:lnTo>
                  <a:pt x="2415516" y="2415516"/>
                </a:lnTo>
                <a:lnTo>
                  <a:pt x="0" y="2415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97370" y="2718459"/>
            <a:ext cx="2436087" cy="2436087"/>
          </a:xfrm>
          <a:custGeom>
            <a:avLst/>
            <a:gdLst/>
            <a:ahLst/>
            <a:cxnLst/>
            <a:rect r="r" b="b" t="t" l="l"/>
            <a:pathLst>
              <a:path h="2436087" w="2436087">
                <a:moveTo>
                  <a:pt x="0" y="0"/>
                </a:moveTo>
                <a:lnTo>
                  <a:pt x="2436086" y="0"/>
                </a:lnTo>
                <a:lnTo>
                  <a:pt x="2436086" y="2436087"/>
                </a:lnTo>
                <a:lnTo>
                  <a:pt x="0" y="2436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25945" y="2727984"/>
            <a:ext cx="2436087" cy="2436087"/>
          </a:xfrm>
          <a:custGeom>
            <a:avLst/>
            <a:gdLst/>
            <a:ahLst/>
            <a:cxnLst/>
            <a:rect r="r" b="b" t="t" l="l"/>
            <a:pathLst>
              <a:path h="2436087" w="2436087">
                <a:moveTo>
                  <a:pt x="0" y="0"/>
                </a:moveTo>
                <a:lnTo>
                  <a:pt x="2436086" y="0"/>
                </a:lnTo>
                <a:lnTo>
                  <a:pt x="2436086" y="2436087"/>
                </a:lnTo>
                <a:lnTo>
                  <a:pt x="0" y="2436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79151" y="5219700"/>
            <a:ext cx="2813682" cy="82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  <a:spcBef>
                <a:spcPct val="0"/>
              </a:spcBef>
            </a:pPr>
            <a:r>
              <a:rPr lang="en-US" sz="5966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LEGAL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37159" y="6950733"/>
            <a:ext cx="2813682" cy="82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  <a:spcBef>
                <a:spcPct val="0"/>
              </a:spcBef>
            </a:pPr>
            <a:r>
              <a:rPr lang="en-US" sz="5966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SECURITÉ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10715" y="5219700"/>
            <a:ext cx="4444179" cy="82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5"/>
              </a:lnSpc>
              <a:spcBef>
                <a:spcPct val="0"/>
              </a:spcBef>
            </a:pPr>
            <a:r>
              <a:rPr lang="en-US" sz="5966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ACCESSIBILITÉ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LES AUDITS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0" y="10042353"/>
            <a:ext cx="4503308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“audits/”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541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0" y="2536456"/>
          <a:ext cx="18288000" cy="7364624"/>
        </p:xfrm>
        <a:graphic>
          <a:graphicData uri="http://schemas.openxmlformats.org/drawingml/2006/table">
            <a:tbl>
              <a:tblPr/>
              <a:tblGrid>
                <a:gridCol w="4486332"/>
                <a:gridCol w="3450417"/>
                <a:gridCol w="3450417"/>
                <a:gridCol w="3450417"/>
                <a:gridCol w="3450417"/>
              </a:tblGrid>
              <a:tr h="104577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 spc="253">
                          <a:solidFill>
                            <a:srgbClr val="FFFFFF"/>
                          </a:solidFill>
                          <a:latin typeface="Brice SemiExpanded"/>
                          <a:ea typeface="Brice SemiExpanded"/>
                          <a:cs typeface="Brice SemiExpanded"/>
                          <a:sym typeface="Brice SemiExpanded"/>
                        </a:rPr>
                        <a:t>APP </a:t>
                      </a:r>
                      <a:r>
                        <a:rPr lang="en-US" sz="1687" spc="253" strike="noStrike" u="none">
                          <a:solidFill>
                            <a:srgbClr val="FFFFFF"/>
                          </a:solidFill>
                          <a:latin typeface="Brice SemiExpanded"/>
                          <a:ea typeface="Brice SemiExpanded"/>
                          <a:cs typeface="Brice SemiExpanded"/>
                          <a:sym typeface="Brice SemiExpanded"/>
                        </a:rPr>
                        <a:t>FEATURES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 spc="253">
                          <a:solidFill>
                            <a:srgbClr val="FFFFFF"/>
                          </a:solidFill>
                          <a:latin typeface="Brice SemiExpanded"/>
                          <a:ea typeface="Brice SemiExpanded"/>
                          <a:cs typeface="Brice SemiExpanded"/>
                          <a:sym typeface="Brice SemiExpanded"/>
                        </a:rPr>
                        <a:t>MYFITNESSPAL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 spc="253">
                          <a:solidFill>
                            <a:srgbClr val="FFFFFF"/>
                          </a:solidFill>
                          <a:latin typeface="Brice SemiExpanded"/>
                          <a:ea typeface="Brice SemiExpanded"/>
                          <a:cs typeface="Brice SemiExpanded"/>
                          <a:sym typeface="Brice SemiExpanded"/>
                        </a:rPr>
                        <a:t>HITCH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 spc="253">
                          <a:solidFill>
                            <a:srgbClr val="FFFFFF"/>
                          </a:solidFill>
                          <a:latin typeface="Brice SemiExpanded"/>
                          <a:ea typeface="Brice SemiExpanded"/>
                          <a:cs typeface="Brice SemiExpanded"/>
                          <a:sym typeface="Brice SemiExpanded"/>
                        </a:rPr>
                        <a:t>TRAINME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 spc="253">
                          <a:solidFill>
                            <a:srgbClr val="FFFFFF"/>
                          </a:solidFill>
                          <a:latin typeface="Brice SemiExpanded"/>
                          <a:ea typeface="Brice SemiExpanded"/>
                          <a:cs typeface="Brice SemiExpanded"/>
                          <a:sym typeface="Brice SemiExpanded"/>
                        </a:rPr>
                        <a:t>COACH’IN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577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Outil de tracking pour Sportif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577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Outil de création d’entrainement pour coach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577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Mise en relation entre Coach et Sportifs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577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Réseau social de demande de coaching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577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Coachs certifiés et valorisés pour leurs compétences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995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Espace Sportif / Coach complet</a:t>
                      </a:r>
                      <a:endParaRPr lang="en-US" sz="1100"/>
                    </a:p>
                  </a:txBody>
                  <a:tcPr marL="10717" marR="10717" marT="10717" marB="10717" anchor="ctr">
                    <a:lnL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62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10717" marR="10717" marT="10717" marB="10717" anchor="ctr">
                    <a:lnL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075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594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879023" y="3854514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25131" y="3854514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23208" y="5969960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25131" y="8067880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98185" y="3854514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98185" y="4901706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98185" y="5969960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98185" y="7027683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98185" y="8067880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298185" y="9121222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52077" y="3854514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48231" y="5969960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2" y="0"/>
                </a:lnTo>
                <a:lnTo>
                  <a:pt x="628492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150148">
            <a:off x="1277069" y="6340726"/>
            <a:ext cx="2033724" cy="285513"/>
            <a:chOff x="0" y="0"/>
            <a:chExt cx="2711633" cy="380684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476510" cy="239491"/>
              <a:chOff x="0" y="0"/>
              <a:chExt cx="2551684" cy="24676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50514" y="50731"/>
                <a:ext cx="2450447" cy="145546"/>
              </a:xfrm>
              <a:custGeom>
                <a:avLst/>
                <a:gdLst/>
                <a:ahLst/>
                <a:cxnLst/>
                <a:rect r="r" b="b" t="t" l="l"/>
                <a:pathLst>
                  <a:path h="145546" w="2450447">
                    <a:moveTo>
                      <a:pt x="34322" y="76650"/>
                    </a:moveTo>
                    <a:cubicBezTo>
                      <a:pt x="319945" y="79698"/>
                      <a:pt x="423831" y="81603"/>
                      <a:pt x="531527" y="79698"/>
                    </a:cubicBezTo>
                    <a:cubicBezTo>
                      <a:pt x="656368" y="77539"/>
                      <a:pt x="797719" y="71062"/>
                      <a:pt x="935514" y="64585"/>
                    </a:cubicBezTo>
                    <a:cubicBezTo>
                      <a:pt x="1080040" y="57854"/>
                      <a:pt x="1237266" y="47059"/>
                      <a:pt x="1379379" y="39820"/>
                    </a:cubicBezTo>
                    <a:cubicBezTo>
                      <a:pt x="1510570" y="33089"/>
                      <a:pt x="1642015" y="27247"/>
                      <a:pt x="1757966" y="22421"/>
                    </a:cubicBezTo>
                    <a:cubicBezTo>
                      <a:pt x="1856391" y="18230"/>
                      <a:pt x="1948720" y="14547"/>
                      <a:pt x="2031016" y="12007"/>
                    </a:cubicBezTo>
                    <a:cubicBezTo>
                      <a:pt x="2098834" y="9975"/>
                      <a:pt x="2162842" y="8705"/>
                      <a:pt x="2216436" y="7689"/>
                    </a:cubicBezTo>
                    <a:cubicBezTo>
                      <a:pt x="2257584" y="6927"/>
                      <a:pt x="2295176" y="7435"/>
                      <a:pt x="2325402" y="6038"/>
                    </a:cubicBezTo>
                    <a:cubicBezTo>
                      <a:pt x="2346992" y="5022"/>
                      <a:pt x="2364137" y="2863"/>
                      <a:pt x="2380901" y="1847"/>
                    </a:cubicBezTo>
                    <a:cubicBezTo>
                      <a:pt x="2394871" y="958"/>
                      <a:pt x="2410619" y="-312"/>
                      <a:pt x="2419255" y="69"/>
                    </a:cubicBezTo>
                    <a:cubicBezTo>
                      <a:pt x="2423700" y="323"/>
                      <a:pt x="2425986" y="450"/>
                      <a:pt x="2429161" y="1466"/>
                    </a:cubicBezTo>
                    <a:cubicBezTo>
                      <a:pt x="2432209" y="2482"/>
                      <a:pt x="2435257" y="4133"/>
                      <a:pt x="2437924" y="6038"/>
                    </a:cubicBezTo>
                    <a:cubicBezTo>
                      <a:pt x="2440591" y="7943"/>
                      <a:pt x="2443004" y="10483"/>
                      <a:pt x="2444909" y="13150"/>
                    </a:cubicBezTo>
                    <a:cubicBezTo>
                      <a:pt x="2446814" y="15817"/>
                      <a:pt x="2448338" y="18992"/>
                      <a:pt x="2449227" y="22167"/>
                    </a:cubicBezTo>
                    <a:cubicBezTo>
                      <a:pt x="2450116" y="25342"/>
                      <a:pt x="2450497" y="28771"/>
                      <a:pt x="2450370" y="32073"/>
                    </a:cubicBezTo>
                    <a:cubicBezTo>
                      <a:pt x="2450243" y="35375"/>
                      <a:pt x="2449481" y="38677"/>
                      <a:pt x="2448338" y="41725"/>
                    </a:cubicBezTo>
                    <a:cubicBezTo>
                      <a:pt x="2447195" y="44773"/>
                      <a:pt x="2445417" y="47821"/>
                      <a:pt x="2443385" y="50361"/>
                    </a:cubicBezTo>
                    <a:cubicBezTo>
                      <a:pt x="2441353" y="52901"/>
                      <a:pt x="2438686" y="55187"/>
                      <a:pt x="2435892" y="56838"/>
                    </a:cubicBezTo>
                    <a:cubicBezTo>
                      <a:pt x="2433098" y="58616"/>
                      <a:pt x="2429923" y="59886"/>
                      <a:pt x="2426748" y="60648"/>
                    </a:cubicBezTo>
                    <a:cubicBezTo>
                      <a:pt x="2423573" y="61410"/>
                      <a:pt x="2420017" y="61664"/>
                      <a:pt x="2416715" y="61283"/>
                    </a:cubicBezTo>
                    <a:cubicBezTo>
                      <a:pt x="2413413" y="60902"/>
                      <a:pt x="2410111" y="60013"/>
                      <a:pt x="2407190" y="58743"/>
                    </a:cubicBezTo>
                    <a:cubicBezTo>
                      <a:pt x="2404142" y="57346"/>
                      <a:pt x="2401221" y="55441"/>
                      <a:pt x="2398808" y="53282"/>
                    </a:cubicBezTo>
                    <a:cubicBezTo>
                      <a:pt x="2396395" y="51123"/>
                      <a:pt x="2394236" y="48329"/>
                      <a:pt x="2392712" y="45535"/>
                    </a:cubicBezTo>
                    <a:cubicBezTo>
                      <a:pt x="2391188" y="42614"/>
                      <a:pt x="2389918" y="39312"/>
                      <a:pt x="2389410" y="36137"/>
                    </a:cubicBezTo>
                    <a:cubicBezTo>
                      <a:pt x="2388902" y="32962"/>
                      <a:pt x="2388775" y="29406"/>
                      <a:pt x="2389283" y="26231"/>
                    </a:cubicBezTo>
                    <a:cubicBezTo>
                      <a:pt x="2389791" y="22929"/>
                      <a:pt x="2390807" y="19627"/>
                      <a:pt x="2392331" y="16706"/>
                    </a:cubicBezTo>
                    <a:cubicBezTo>
                      <a:pt x="2393855" y="13785"/>
                      <a:pt x="2395887" y="10991"/>
                      <a:pt x="2398300" y="8705"/>
                    </a:cubicBezTo>
                    <a:cubicBezTo>
                      <a:pt x="2400586" y="6419"/>
                      <a:pt x="2403507" y="4514"/>
                      <a:pt x="2406428" y="3117"/>
                    </a:cubicBezTo>
                    <a:cubicBezTo>
                      <a:pt x="2409349" y="1720"/>
                      <a:pt x="2412651" y="704"/>
                      <a:pt x="2415953" y="323"/>
                    </a:cubicBezTo>
                    <a:cubicBezTo>
                      <a:pt x="2419128" y="-58"/>
                      <a:pt x="2422684" y="69"/>
                      <a:pt x="2425859" y="704"/>
                    </a:cubicBezTo>
                    <a:cubicBezTo>
                      <a:pt x="2429034" y="1339"/>
                      <a:pt x="2432336" y="2609"/>
                      <a:pt x="2435130" y="4260"/>
                    </a:cubicBezTo>
                    <a:cubicBezTo>
                      <a:pt x="2437924" y="5911"/>
                      <a:pt x="2440718" y="8197"/>
                      <a:pt x="2442877" y="10610"/>
                    </a:cubicBezTo>
                    <a:cubicBezTo>
                      <a:pt x="2445036" y="13023"/>
                      <a:pt x="2446814" y="15944"/>
                      <a:pt x="2448084" y="18992"/>
                    </a:cubicBezTo>
                    <a:cubicBezTo>
                      <a:pt x="2449354" y="22040"/>
                      <a:pt x="2450116" y="25342"/>
                      <a:pt x="2450370" y="28644"/>
                    </a:cubicBezTo>
                    <a:cubicBezTo>
                      <a:pt x="2450624" y="31946"/>
                      <a:pt x="2450243" y="35375"/>
                      <a:pt x="2449354" y="38550"/>
                    </a:cubicBezTo>
                    <a:cubicBezTo>
                      <a:pt x="2448465" y="41725"/>
                      <a:pt x="2447068" y="44900"/>
                      <a:pt x="2445290" y="47694"/>
                    </a:cubicBezTo>
                    <a:cubicBezTo>
                      <a:pt x="2443512" y="50361"/>
                      <a:pt x="2441099" y="52901"/>
                      <a:pt x="2438559" y="54933"/>
                    </a:cubicBezTo>
                    <a:cubicBezTo>
                      <a:pt x="2436019" y="56965"/>
                      <a:pt x="2432971" y="58616"/>
                      <a:pt x="2429923" y="59759"/>
                    </a:cubicBezTo>
                    <a:cubicBezTo>
                      <a:pt x="2426875" y="60902"/>
                      <a:pt x="2420144" y="61537"/>
                      <a:pt x="2420144" y="61537"/>
                    </a:cubicBezTo>
                    <a:cubicBezTo>
                      <a:pt x="2420144" y="61537"/>
                      <a:pt x="2395760" y="61156"/>
                      <a:pt x="2381790" y="60648"/>
                    </a:cubicBezTo>
                    <a:cubicBezTo>
                      <a:pt x="2365026" y="60140"/>
                      <a:pt x="2348008" y="58489"/>
                      <a:pt x="2326418" y="58235"/>
                    </a:cubicBezTo>
                    <a:cubicBezTo>
                      <a:pt x="2296319" y="57854"/>
                      <a:pt x="2258854" y="59378"/>
                      <a:pt x="2217833" y="60394"/>
                    </a:cubicBezTo>
                    <a:cubicBezTo>
                      <a:pt x="2164366" y="61664"/>
                      <a:pt x="2100739" y="63061"/>
                      <a:pt x="2033175" y="65347"/>
                    </a:cubicBezTo>
                    <a:cubicBezTo>
                      <a:pt x="1951133" y="68141"/>
                      <a:pt x="1858931" y="72332"/>
                      <a:pt x="1760633" y="76777"/>
                    </a:cubicBezTo>
                    <a:cubicBezTo>
                      <a:pt x="1644936" y="82111"/>
                      <a:pt x="1513745" y="88334"/>
                      <a:pt x="1382681" y="95446"/>
                    </a:cubicBezTo>
                    <a:cubicBezTo>
                      <a:pt x="1240441" y="103193"/>
                      <a:pt x="1082707" y="114623"/>
                      <a:pt x="937800" y="122116"/>
                    </a:cubicBezTo>
                    <a:cubicBezTo>
                      <a:pt x="799370" y="129355"/>
                      <a:pt x="657130" y="136594"/>
                      <a:pt x="531781" y="139896"/>
                    </a:cubicBezTo>
                    <a:cubicBezTo>
                      <a:pt x="423831" y="142817"/>
                      <a:pt x="319945" y="141801"/>
                      <a:pt x="230283" y="142817"/>
                    </a:cubicBezTo>
                    <a:cubicBezTo>
                      <a:pt x="157893" y="143579"/>
                      <a:pt x="56420" y="146500"/>
                      <a:pt x="34322" y="145230"/>
                    </a:cubicBezTo>
                    <a:cubicBezTo>
                      <a:pt x="29750" y="144976"/>
                      <a:pt x="28861" y="144849"/>
                      <a:pt x="26194" y="144214"/>
                    </a:cubicBezTo>
                    <a:cubicBezTo>
                      <a:pt x="23527" y="143579"/>
                      <a:pt x="20860" y="142563"/>
                      <a:pt x="18447" y="141293"/>
                    </a:cubicBezTo>
                    <a:cubicBezTo>
                      <a:pt x="16034" y="140023"/>
                      <a:pt x="13621" y="138372"/>
                      <a:pt x="11589" y="136594"/>
                    </a:cubicBezTo>
                    <a:cubicBezTo>
                      <a:pt x="9557" y="134816"/>
                      <a:pt x="7652" y="132657"/>
                      <a:pt x="6128" y="130371"/>
                    </a:cubicBezTo>
                    <a:cubicBezTo>
                      <a:pt x="4604" y="128085"/>
                      <a:pt x="3334" y="125672"/>
                      <a:pt x="2318" y="123132"/>
                    </a:cubicBezTo>
                    <a:cubicBezTo>
                      <a:pt x="1302" y="120592"/>
                      <a:pt x="667" y="117798"/>
                      <a:pt x="286" y="115004"/>
                    </a:cubicBezTo>
                    <a:cubicBezTo>
                      <a:pt x="-95" y="112337"/>
                      <a:pt x="-95" y="109416"/>
                      <a:pt x="286" y="106749"/>
                    </a:cubicBezTo>
                    <a:cubicBezTo>
                      <a:pt x="667" y="104082"/>
                      <a:pt x="1302" y="101288"/>
                      <a:pt x="2318" y="98748"/>
                    </a:cubicBezTo>
                    <a:cubicBezTo>
                      <a:pt x="3334" y="96208"/>
                      <a:pt x="4604" y="93668"/>
                      <a:pt x="6128" y="91382"/>
                    </a:cubicBezTo>
                    <a:cubicBezTo>
                      <a:pt x="7652" y="89096"/>
                      <a:pt x="9557" y="86937"/>
                      <a:pt x="11589" y="85159"/>
                    </a:cubicBezTo>
                    <a:cubicBezTo>
                      <a:pt x="13621" y="83381"/>
                      <a:pt x="16034" y="81730"/>
                      <a:pt x="18447" y="80460"/>
                    </a:cubicBezTo>
                    <a:cubicBezTo>
                      <a:pt x="20860" y="79190"/>
                      <a:pt x="23527" y="78174"/>
                      <a:pt x="26194" y="77539"/>
                    </a:cubicBezTo>
                    <a:cubicBezTo>
                      <a:pt x="28861" y="76904"/>
                      <a:pt x="34322" y="76650"/>
                      <a:pt x="34322" y="76650"/>
                    </a:cubicBezTo>
                  </a:path>
                </a:pathLst>
              </a:custGeom>
              <a:solidFill>
                <a:srgbClr val="5941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77277" y="119746"/>
              <a:ext cx="2434355" cy="260938"/>
              <a:chOff x="0" y="0"/>
              <a:chExt cx="2508250" cy="26885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50668" y="50642"/>
                <a:ext cx="2406806" cy="167430"/>
              </a:xfrm>
              <a:custGeom>
                <a:avLst/>
                <a:gdLst/>
                <a:ahLst/>
                <a:cxnLst/>
                <a:rect r="r" b="b" t="t" l="l"/>
                <a:pathLst>
                  <a:path h="167430" w="2406806">
                    <a:moveTo>
                      <a:pt x="32009" y="101123"/>
                    </a:moveTo>
                    <a:cubicBezTo>
                      <a:pt x="220350" y="96678"/>
                      <a:pt x="299471" y="91217"/>
                      <a:pt x="382402" y="85756"/>
                    </a:cubicBezTo>
                    <a:cubicBezTo>
                      <a:pt x="483875" y="79152"/>
                      <a:pt x="600842" y="69373"/>
                      <a:pt x="720730" y="61372"/>
                    </a:cubicBezTo>
                    <a:cubicBezTo>
                      <a:pt x="856366" y="52355"/>
                      <a:pt x="1010925" y="42322"/>
                      <a:pt x="1154943" y="34829"/>
                    </a:cubicBezTo>
                    <a:cubicBezTo>
                      <a:pt x="1297564" y="27463"/>
                      <a:pt x="1448567" y="21367"/>
                      <a:pt x="1580774" y="16922"/>
                    </a:cubicBezTo>
                    <a:cubicBezTo>
                      <a:pt x="1695836" y="13112"/>
                      <a:pt x="1807088" y="10699"/>
                      <a:pt x="1903862" y="8794"/>
                    </a:cubicBezTo>
                    <a:cubicBezTo>
                      <a:pt x="1982983" y="7143"/>
                      <a:pt x="2055754" y="6254"/>
                      <a:pt x="2119381" y="5492"/>
                    </a:cubicBezTo>
                    <a:cubicBezTo>
                      <a:pt x="2170054" y="4857"/>
                      <a:pt x="2211583" y="5111"/>
                      <a:pt x="2255779" y="4222"/>
                    </a:cubicBezTo>
                    <a:cubicBezTo>
                      <a:pt x="2297435" y="3333"/>
                      <a:pt x="2359919" y="-858"/>
                      <a:pt x="2377445" y="158"/>
                    </a:cubicBezTo>
                    <a:cubicBezTo>
                      <a:pt x="2382271" y="412"/>
                      <a:pt x="2383795" y="666"/>
                      <a:pt x="2386716" y="1555"/>
                    </a:cubicBezTo>
                    <a:cubicBezTo>
                      <a:pt x="2389637" y="2444"/>
                      <a:pt x="2392558" y="3968"/>
                      <a:pt x="2395098" y="5873"/>
                    </a:cubicBezTo>
                    <a:cubicBezTo>
                      <a:pt x="2397638" y="7778"/>
                      <a:pt x="2399924" y="10191"/>
                      <a:pt x="2401702" y="12731"/>
                    </a:cubicBezTo>
                    <a:cubicBezTo>
                      <a:pt x="2403480" y="15271"/>
                      <a:pt x="2404750" y="18319"/>
                      <a:pt x="2405639" y="21240"/>
                    </a:cubicBezTo>
                    <a:cubicBezTo>
                      <a:pt x="2406528" y="24288"/>
                      <a:pt x="2406909" y="27590"/>
                      <a:pt x="2406782" y="30638"/>
                    </a:cubicBezTo>
                    <a:cubicBezTo>
                      <a:pt x="2406655" y="33686"/>
                      <a:pt x="2405893" y="36861"/>
                      <a:pt x="2404750" y="39782"/>
                    </a:cubicBezTo>
                    <a:cubicBezTo>
                      <a:pt x="2403607" y="42703"/>
                      <a:pt x="2402083" y="45497"/>
                      <a:pt x="2400051" y="47910"/>
                    </a:cubicBezTo>
                    <a:cubicBezTo>
                      <a:pt x="2398019" y="50323"/>
                      <a:pt x="2395479" y="52482"/>
                      <a:pt x="2392812" y="54133"/>
                    </a:cubicBezTo>
                    <a:cubicBezTo>
                      <a:pt x="2390145" y="55784"/>
                      <a:pt x="2387224" y="57054"/>
                      <a:pt x="2384176" y="57689"/>
                    </a:cubicBezTo>
                    <a:cubicBezTo>
                      <a:pt x="2381128" y="58324"/>
                      <a:pt x="2377826" y="58451"/>
                      <a:pt x="2374778" y="58197"/>
                    </a:cubicBezTo>
                    <a:cubicBezTo>
                      <a:pt x="2371730" y="57943"/>
                      <a:pt x="2368428" y="57054"/>
                      <a:pt x="2365634" y="55784"/>
                    </a:cubicBezTo>
                    <a:cubicBezTo>
                      <a:pt x="2362840" y="54514"/>
                      <a:pt x="2360046" y="52736"/>
                      <a:pt x="2357760" y="50577"/>
                    </a:cubicBezTo>
                    <a:cubicBezTo>
                      <a:pt x="2355474" y="48418"/>
                      <a:pt x="2353569" y="45751"/>
                      <a:pt x="2352045" y="43084"/>
                    </a:cubicBezTo>
                    <a:cubicBezTo>
                      <a:pt x="2350521" y="40290"/>
                      <a:pt x="2349378" y="37242"/>
                      <a:pt x="2348870" y="34194"/>
                    </a:cubicBezTo>
                    <a:cubicBezTo>
                      <a:pt x="2348362" y="31146"/>
                      <a:pt x="2348362" y="27844"/>
                      <a:pt x="2348870" y="24796"/>
                    </a:cubicBezTo>
                    <a:cubicBezTo>
                      <a:pt x="2349378" y="21748"/>
                      <a:pt x="2350394" y="18573"/>
                      <a:pt x="2351791" y="15779"/>
                    </a:cubicBezTo>
                    <a:cubicBezTo>
                      <a:pt x="2353188" y="12985"/>
                      <a:pt x="2355220" y="10445"/>
                      <a:pt x="2357506" y="8286"/>
                    </a:cubicBezTo>
                    <a:cubicBezTo>
                      <a:pt x="2359792" y="6127"/>
                      <a:pt x="2362459" y="4222"/>
                      <a:pt x="2365253" y="2825"/>
                    </a:cubicBezTo>
                    <a:cubicBezTo>
                      <a:pt x="2368047" y="1555"/>
                      <a:pt x="2371222" y="666"/>
                      <a:pt x="2374270" y="285"/>
                    </a:cubicBezTo>
                    <a:cubicBezTo>
                      <a:pt x="2377318" y="-96"/>
                      <a:pt x="2380620" y="158"/>
                      <a:pt x="2383668" y="793"/>
                    </a:cubicBezTo>
                    <a:cubicBezTo>
                      <a:pt x="2386716" y="1428"/>
                      <a:pt x="2389764" y="2698"/>
                      <a:pt x="2392431" y="4222"/>
                    </a:cubicBezTo>
                    <a:cubicBezTo>
                      <a:pt x="2395098" y="5746"/>
                      <a:pt x="2397638" y="7905"/>
                      <a:pt x="2399670" y="10191"/>
                    </a:cubicBezTo>
                    <a:cubicBezTo>
                      <a:pt x="2401702" y="12477"/>
                      <a:pt x="2403480" y="15271"/>
                      <a:pt x="2404623" y="18192"/>
                    </a:cubicBezTo>
                    <a:cubicBezTo>
                      <a:pt x="2405766" y="21113"/>
                      <a:pt x="2406655" y="24288"/>
                      <a:pt x="2406782" y="27463"/>
                    </a:cubicBezTo>
                    <a:cubicBezTo>
                      <a:pt x="2406909" y="30511"/>
                      <a:pt x="2406528" y="33813"/>
                      <a:pt x="2405766" y="36861"/>
                    </a:cubicBezTo>
                    <a:cubicBezTo>
                      <a:pt x="2405004" y="39782"/>
                      <a:pt x="2403607" y="42830"/>
                      <a:pt x="2401956" y="45370"/>
                    </a:cubicBezTo>
                    <a:cubicBezTo>
                      <a:pt x="2400178" y="47910"/>
                      <a:pt x="2397892" y="50450"/>
                      <a:pt x="2395479" y="52355"/>
                    </a:cubicBezTo>
                    <a:cubicBezTo>
                      <a:pt x="2393066" y="54260"/>
                      <a:pt x="2390145" y="55784"/>
                      <a:pt x="2387224" y="56800"/>
                    </a:cubicBezTo>
                    <a:cubicBezTo>
                      <a:pt x="2384303" y="57816"/>
                      <a:pt x="2377826" y="58324"/>
                      <a:pt x="2377826" y="58324"/>
                    </a:cubicBezTo>
                    <a:cubicBezTo>
                      <a:pt x="2377826" y="58324"/>
                      <a:pt x="2298070" y="56292"/>
                      <a:pt x="2256414" y="56165"/>
                    </a:cubicBezTo>
                    <a:cubicBezTo>
                      <a:pt x="2212345" y="56038"/>
                      <a:pt x="2170689" y="57181"/>
                      <a:pt x="2120143" y="57943"/>
                    </a:cubicBezTo>
                    <a:cubicBezTo>
                      <a:pt x="2056643" y="58959"/>
                      <a:pt x="1984253" y="60102"/>
                      <a:pt x="1905386" y="61880"/>
                    </a:cubicBezTo>
                    <a:cubicBezTo>
                      <a:pt x="1808866" y="64166"/>
                      <a:pt x="1697995" y="66706"/>
                      <a:pt x="1583187" y="70897"/>
                    </a:cubicBezTo>
                    <a:cubicBezTo>
                      <a:pt x="1451361" y="75723"/>
                      <a:pt x="1300612" y="82073"/>
                      <a:pt x="1158372" y="89820"/>
                    </a:cubicBezTo>
                    <a:cubicBezTo>
                      <a:pt x="1014608" y="97694"/>
                      <a:pt x="860430" y="108108"/>
                      <a:pt x="724921" y="117887"/>
                    </a:cubicBezTo>
                    <a:cubicBezTo>
                      <a:pt x="605033" y="126523"/>
                      <a:pt x="488066" y="136937"/>
                      <a:pt x="386339" y="144684"/>
                    </a:cubicBezTo>
                    <a:cubicBezTo>
                      <a:pt x="302773" y="151034"/>
                      <a:pt x="222763" y="157257"/>
                      <a:pt x="158247" y="161194"/>
                    </a:cubicBezTo>
                    <a:cubicBezTo>
                      <a:pt x="110749" y="164115"/>
                      <a:pt x="51059" y="167671"/>
                      <a:pt x="34295" y="167417"/>
                    </a:cubicBezTo>
                    <a:cubicBezTo>
                      <a:pt x="29977" y="167417"/>
                      <a:pt x="28834" y="167290"/>
                      <a:pt x="26294" y="166782"/>
                    </a:cubicBezTo>
                    <a:cubicBezTo>
                      <a:pt x="23627" y="166274"/>
                      <a:pt x="21087" y="165385"/>
                      <a:pt x="18674" y="164242"/>
                    </a:cubicBezTo>
                    <a:cubicBezTo>
                      <a:pt x="16261" y="163099"/>
                      <a:pt x="13975" y="161448"/>
                      <a:pt x="11943" y="159797"/>
                    </a:cubicBezTo>
                    <a:cubicBezTo>
                      <a:pt x="9911" y="158146"/>
                      <a:pt x="8006" y="156241"/>
                      <a:pt x="6482" y="154082"/>
                    </a:cubicBezTo>
                    <a:cubicBezTo>
                      <a:pt x="4958" y="151923"/>
                      <a:pt x="3561" y="149510"/>
                      <a:pt x="2545" y="147097"/>
                    </a:cubicBezTo>
                    <a:cubicBezTo>
                      <a:pt x="1529" y="144684"/>
                      <a:pt x="767" y="142017"/>
                      <a:pt x="386" y="139350"/>
                    </a:cubicBezTo>
                    <a:cubicBezTo>
                      <a:pt x="5" y="136683"/>
                      <a:pt x="-122" y="134016"/>
                      <a:pt x="132" y="131349"/>
                    </a:cubicBezTo>
                    <a:cubicBezTo>
                      <a:pt x="386" y="128682"/>
                      <a:pt x="894" y="126015"/>
                      <a:pt x="1783" y="123475"/>
                    </a:cubicBezTo>
                    <a:cubicBezTo>
                      <a:pt x="2672" y="120935"/>
                      <a:pt x="3815" y="118522"/>
                      <a:pt x="5212" y="116363"/>
                    </a:cubicBezTo>
                    <a:cubicBezTo>
                      <a:pt x="6609" y="114077"/>
                      <a:pt x="8387" y="111918"/>
                      <a:pt x="10292" y="110140"/>
                    </a:cubicBezTo>
                    <a:cubicBezTo>
                      <a:pt x="12197" y="108362"/>
                      <a:pt x="14483" y="106711"/>
                      <a:pt x="16769" y="105441"/>
                    </a:cubicBezTo>
                    <a:cubicBezTo>
                      <a:pt x="19055" y="104171"/>
                      <a:pt x="21595" y="103028"/>
                      <a:pt x="24135" y="102266"/>
                    </a:cubicBezTo>
                    <a:cubicBezTo>
                      <a:pt x="26675" y="101504"/>
                      <a:pt x="32009" y="101123"/>
                      <a:pt x="32009" y="101123"/>
                    </a:cubicBezTo>
                  </a:path>
                </a:pathLst>
              </a:custGeom>
              <a:solidFill>
                <a:srgbClr val="5941FF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15809810" y="1378834"/>
            <a:ext cx="1349253" cy="1371183"/>
          </a:xfrm>
          <a:custGeom>
            <a:avLst/>
            <a:gdLst/>
            <a:ahLst/>
            <a:cxnLst/>
            <a:rect r="r" b="b" t="t" l="l"/>
            <a:pathLst>
              <a:path h="1371183" w="1349253">
                <a:moveTo>
                  <a:pt x="0" y="0"/>
                </a:moveTo>
                <a:lnTo>
                  <a:pt x="1349253" y="0"/>
                </a:lnTo>
                <a:lnTo>
                  <a:pt x="1349253" y="1371183"/>
                </a:lnTo>
                <a:lnTo>
                  <a:pt x="0" y="13711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877" t="-148555" r="-266501" b="-164116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352077" y="8067880"/>
            <a:ext cx="628493" cy="487939"/>
          </a:xfrm>
          <a:custGeom>
            <a:avLst/>
            <a:gdLst/>
            <a:ahLst/>
            <a:cxnLst/>
            <a:rect r="r" b="b" t="t" l="l"/>
            <a:pathLst>
              <a:path h="487939" w="628493">
                <a:moveTo>
                  <a:pt x="0" y="0"/>
                </a:moveTo>
                <a:lnTo>
                  <a:pt x="628493" y="0"/>
                </a:lnTo>
                <a:lnTo>
                  <a:pt x="628493" y="487939"/>
                </a:lnTo>
                <a:lnTo>
                  <a:pt x="0" y="4879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708846" y="1781170"/>
            <a:ext cx="891378" cy="891378"/>
          </a:xfrm>
          <a:custGeom>
            <a:avLst/>
            <a:gdLst/>
            <a:ahLst/>
            <a:cxnLst/>
            <a:rect r="r" b="b" t="t" l="l"/>
            <a:pathLst>
              <a:path h="891378" w="891378">
                <a:moveTo>
                  <a:pt x="0" y="0"/>
                </a:moveTo>
                <a:lnTo>
                  <a:pt x="891377" y="0"/>
                </a:lnTo>
                <a:lnTo>
                  <a:pt x="891377" y="891378"/>
                </a:lnTo>
                <a:lnTo>
                  <a:pt x="0" y="891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144000" y="1858640"/>
            <a:ext cx="817542" cy="813908"/>
          </a:xfrm>
          <a:custGeom>
            <a:avLst/>
            <a:gdLst/>
            <a:ahLst/>
            <a:cxnLst/>
            <a:rect r="r" b="b" t="t" l="l"/>
            <a:pathLst>
              <a:path h="813908" w="817542">
                <a:moveTo>
                  <a:pt x="0" y="0"/>
                </a:moveTo>
                <a:lnTo>
                  <a:pt x="817542" y="0"/>
                </a:lnTo>
                <a:lnTo>
                  <a:pt x="817542" y="813908"/>
                </a:lnTo>
                <a:lnTo>
                  <a:pt x="0" y="8139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727228" y="2044141"/>
            <a:ext cx="2824299" cy="628406"/>
          </a:xfrm>
          <a:custGeom>
            <a:avLst/>
            <a:gdLst/>
            <a:ahLst/>
            <a:cxnLst/>
            <a:rect r="r" b="b" t="t" l="l"/>
            <a:pathLst>
              <a:path h="628406" w="2824299">
                <a:moveTo>
                  <a:pt x="0" y="0"/>
                </a:moveTo>
                <a:lnTo>
                  <a:pt x="2824299" y="0"/>
                </a:lnTo>
                <a:lnTo>
                  <a:pt x="2824299" y="628407"/>
                </a:lnTo>
                <a:lnTo>
                  <a:pt x="0" y="6284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ANALYSE CONCURRENTIELLE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0" y="10042353"/>
            <a:ext cx="5708846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“benchmark/BenchmarkCoachIN.png”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22081" y="-9226844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9841" y="2582974"/>
            <a:ext cx="13977841" cy="5452746"/>
          </a:xfrm>
          <a:custGeom>
            <a:avLst/>
            <a:gdLst/>
            <a:ahLst/>
            <a:cxnLst/>
            <a:rect r="r" b="b" t="t" l="l"/>
            <a:pathLst>
              <a:path h="5452746" w="13977841">
                <a:moveTo>
                  <a:pt x="0" y="0"/>
                </a:moveTo>
                <a:lnTo>
                  <a:pt x="13977841" y="0"/>
                </a:lnTo>
                <a:lnTo>
                  <a:pt x="13977841" y="5452747"/>
                </a:lnTo>
                <a:lnTo>
                  <a:pt x="0" y="5452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4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BENCHMARK MOBILE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0042353"/>
            <a:ext cx="5708846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“benchmark/benchmarks.html”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41131" y="-9226844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59157" y="2554286"/>
            <a:ext cx="13866026" cy="5749755"/>
          </a:xfrm>
          <a:custGeom>
            <a:avLst/>
            <a:gdLst/>
            <a:ahLst/>
            <a:cxnLst/>
            <a:rect r="r" b="b" t="t" l="l"/>
            <a:pathLst>
              <a:path h="5749755" w="13866026">
                <a:moveTo>
                  <a:pt x="0" y="0"/>
                </a:moveTo>
                <a:lnTo>
                  <a:pt x="13866026" y="0"/>
                </a:lnTo>
                <a:lnTo>
                  <a:pt x="13866026" y="5749756"/>
                </a:lnTo>
                <a:lnTo>
                  <a:pt x="0" y="5749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9841" y="594621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BENCHMARK BACK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0042353"/>
            <a:ext cx="5708846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“benchmark/benchmarks.html”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41131" y="-9226844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8199" y="2685405"/>
            <a:ext cx="14047941" cy="5683112"/>
          </a:xfrm>
          <a:custGeom>
            <a:avLst/>
            <a:gdLst/>
            <a:ahLst/>
            <a:cxnLst/>
            <a:rect r="r" b="b" t="t" l="l"/>
            <a:pathLst>
              <a:path h="5683112" w="14047941">
                <a:moveTo>
                  <a:pt x="0" y="0"/>
                </a:moveTo>
                <a:lnTo>
                  <a:pt x="14047941" y="0"/>
                </a:lnTo>
                <a:lnTo>
                  <a:pt x="14047941" y="5683112"/>
                </a:lnTo>
                <a:lnTo>
                  <a:pt x="0" y="5683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9841" y="594621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BENCHMARK DATABASE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0042353"/>
            <a:ext cx="5708846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“benchmark/benchmarks.html”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41131" y="-9226844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10701" y="2699657"/>
            <a:ext cx="14162937" cy="5693823"/>
          </a:xfrm>
          <a:custGeom>
            <a:avLst/>
            <a:gdLst/>
            <a:ahLst/>
            <a:cxnLst/>
            <a:rect r="r" b="b" t="t" l="l"/>
            <a:pathLst>
              <a:path h="5693823" w="14162937">
                <a:moveTo>
                  <a:pt x="0" y="0"/>
                </a:moveTo>
                <a:lnTo>
                  <a:pt x="14162937" y="0"/>
                </a:lnTo>
                <a:lnTo>
                  <a:pt x="14162937" y="5693822"/>
                </a:lnTo>
                <a:lnTo>
                  <a:pt x="0" y="5693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9841" y="594621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BENCHMARK FRONT WEB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0042353"/>
            <a:ext cx="5708846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“benchmark/benchmarks.html”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41131" y="-9226844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88801" y="2464779"/>
            <a:ext cx="15026193" cy="6192843"/>
          </a:xfrm>
          <a:custGeom>
            <a:avLst/>
            <a:gdLst/>
            <a:ahLst/>
            <a:cxnLst/>
            <a:rect r="r" b="b" t="t" l="l"/>
            <a:pathLst>
              <a:path h="6192843" w="15026193">
                <a:moveTo>
                  <a:pt x="0" y="0"/>
                </a:moveTo>
                <a:lnTo>
                  <a:pt x="15026192" y="0"/>
                </a:lnTo>
                <a:lnTo>
                  <a:pt x="15026192" y="6192843"/>
                </a:lnTo>
                <a:lnTo>
                  <a:pt x="0" y="6192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9841" y="594621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BENCHMARK ORM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0042353"/>
            <a:ext cx="5708846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“benchmark/benchmarks.html”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41131" y="-9226844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79841" y="594621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BENCHMARK FINANCIER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063661" y="1530205"/>
            <a:ext cx="8657018" cy="8494894"/>
          </a:xfrm>
          <a:custGeom>
            <a:avLst/>
            <a:gdLst/>
            <a:ahLst/>
            <a:cxnLst/>
            <a:rect r="r" b="b" t="t" l="l"/>
            <a:pathLst>
              <a:path h="8494894" w="8657018">
                <a:moveTo>
                  <a:pt x="0" y="0"/>
                </a:moveTo>
                <a:lnTo>
                  <a:pt x="8657018" y="0"/>
                </a:lnTo>
                <a:lnTo>
                  <a:pt x="8657018" y="8494894"/>
                </a:lnTo>
                <a:lnTo>
                  <a:pt x="0" y="8494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487" r="0" b="-9416"/>
            </a:stretch>
          </a:blipFill>
          <a:ln w="19050" cap="rnd">
            <a:solidFill>
              <a:srgbClr val="FFEB99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0" y="10042353"/>
            <a:ext cx="5708846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“finances/financial_benchmark.pdf”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41131" y="-9226844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10565" y="5397366"/>
            <a:ext cx="13423514" cy="4627733"/>
          </a:xfrm>
          <a:custGeom>
            <a:avLst/>
            <a:gdLst/>
            <a:ahLst/>
            <a:cxnLst/>
            <a:rect r="r" b="b" t="t" l="l"/>
            <a:pathLst>
              <a:path h="4627733" w="13423514">
                <a:moveTo>
                  <a:pt x="0" y="0"/>
                </a:moveTo>
                <a:lnTo>
                  <a:pt x="13423514" y="0"/>
                </a:lnTo>
                <a:lnTo>
                  <a:pt x="13423514" y="4627733"/>
                </a:lnTo>
                <a:lnTo>
                  <a:pt x="0" y="4627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0614" r="0" b="-124931"/>
            </a:stretch>
          </a:blipFill>
          <a:ln w="19050" cap="rnd">
            <a:solidFill>
              <a:srgbClr val="FFEB99"/>
            </a:solidFill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2079841" y="594621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CAPEX – OPEX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10565" y="1618288"/>
            <a:ext cx="13423514" cy="3705665"/>
          </a:xfrm>
          <a:custGeom>
            <a:avLst/>
            <a:gdLst/>
            <a:ahLst/>
            <a:cxnLst/>
            <a:rect r="r" b="b" t="t" l="l"/>
            <a:pathLst>
              <a:path h="3705665" w="13423514">
                <a:moveTo>
                  <a:pt x="0" y="0"/>
                </a:moveTo>
                <a:lnTo>
                  <a:pt x="13423514" y="0"/>
                </a:lnTo>
                <a:lnTo>
                  <a:pt x="13423514" y="3705665"/>
                </a:lnTo>
                <a:lnTo>
                  <a:pt x="0" y="3705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93967"/>
            </a:stretch>
          </a:blipFill>
          <a:ln w="19050" cap="rnd">
            <a:solidFill>
              <a:srgbClr val="FFEB99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0" y="10042353"/>
            <a:ext cx="5708846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“finances/capex_opex.pdf”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9696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60712" y="2702098"/>
            <a:ext cx="4783420" cy="1363104"/>
            <a:chOff x="0" y="0"/>
            <a:chExt cx="6377893" cy="18174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69970" cy="1815441"/>
            </a:xfrm>
            <a:custGeom>
              <a:avLst/>
              <a:gdLst/>
              <a:ahLst/>
              <a:cxnLst/>
              <a:rect r="r" b="b" t="t" l="l"/>
              <a:pathLst>
                <a:path h="1815441" w="6369970">
                  <a:moveTo>
                    <a:pt x="0" y="0"/>
                  </a:moveTo>
                  <a:lnTo>
                    <a:pt x="6369970" y="0"/>
                  </a:lnTo>
                  <a:lnTo>
                    <a:pt x="6369970" y="1815441"/>
                  </a:lnTo>
                  <a:lnTo>
                    <a:pt x="0" y="1815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144681" y="2031"/>
              <a:ext cx="4233212" cy="1815441"/>
            </a:xfrm>
            <a:custGeom>
              <a:avLst/>
              <a:gdLst/>
              <a:ahLst/>
              <a:cxnLst/>
              <a:rect r="r" b="b" t="t" l="l"/>
              <a:pathLst>
                <a:path h="1815441" w="4233212">
                  <a:moveTo>
                    <a:pt x="0" y="0"/>
                  </a:moveTo>
                  <a:lnTo>
                    <a:pt x="4233212" y="0"/>
                  </a:lnTo>
                  <a:lnTo>
                    <a:pt x="4233212" y="1815441"/>
                  </a:lnTo>
                  <a:lnTo>
                    <a:pt x="0" y="18154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476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60712" y="6285185"/>
            <a:ext cx="4380974" cy="2010939"/>
            <a:chOff x="0" y="0"/>
            <a:chExt cx="5841299" cy="26812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41299" cy="2681252"/>
            </a:xfrm>
            <a:custGeom>
              <a:avLst/>
              <a:gdLst/>
              <a:ahLst/>
              <a:cxnLst/>
              <a:rect r="r" b="b" t="t" l="l"/>
              <a:pathLst>
                <a:path h="2681252" w="5841299">
                  <a:moveTo>
                    <a:pt x="0" y="0"/>
                  </a:moveTo>
                  <a:lnTo>
                    <a:pt x="5841299" y="0"/>
                  </a:lnTo>
                  <a:lnTo>
                    <a:pt x="5841299" y="2681252"/>
                  </a:lnTo>
                  <a:lnTo>
                    <a:pt x="0" y="2681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931581" y="0"/>
              <a:ext cx="2350275" cy="2681252"/>
            </a:xfrm>
            <a:custGeom>
              <a:avLst/>
              <a:gdLst/>
              <a:ahLst/>
              <a:cxnLst/>
              <a:rect r="r" b="b" t="t" l="l"/>
              <a:pathLst>
                <a:path h="2681252" w="2350275">
                  <a:moveTo>
                    <a:pt x="0" y="0"/>
                  </a:moveTo>
                  <a:lnTo>
                    <a:pt x="2350276" y="0"/>
                  </a:lnTo>
                  <a:lnTo>
                    <a:pt x="2350276" y="2681252"/>
                  </a:lnTo>
                  <a:lnTo>
                    <a:pt x="0" y="2681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2185" t="0" r="-66351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529216" y="2871238"/>
            <a:ext cx="4019123" cy="1431813"/>
          </a:xfrm>
          <a:custGeom>
            <a:avLst/>
            <a:gdLst/>
            <a:ahLst/>
            <a:cxnLst/>
            <a:rect r="r" b="b" t="t" l="l"/>
            <a:pathLst>
              <a:path h="1431813" w="4019123">
                <a:moveTo>
                  <a:pt x="0" y="0"/>
                </a:moveTo>
                <a:lnTo>
                  <a:pt x="4019124" y="0"/>
                </a:lnTo>
                <a:lnTo>
                  <a:pt x="4019124" y="1431812"/>
                </a:lnTo>
                <a:lnTo>
                  <a:pt x="0" y="14318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35382" y="5684175"/>
            <a:ext cx="3212958" cy="3212958"/>
          </a:xfrm>
          <a:custGeom>
            <a:avLst/>
            <a:gdLst/>
            <a:ahLst/>
            <a:cxnLst/>
            <a:rect r="r" b="b" t="t" l="l"/>
            <a:pathLst>
              <a:path h="3212958" w="3212958">
                <a:moveTo>
                  <a:pt x="0" y="0"/>
                </a:moveTo>
                <a:lnTo>
                  <a:pt x="3212958" y="0"/>
                </a:lnTo>
                <a:lnTo>
                  <a:pt x="3212958" y="3212958"/>
                </a:lnTo>
                <a:lnTo>
                  <a:pt x="0" y="3212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LES TECHNOLOGIES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582142" y="4608282"/>
            <a:ext cx="4239973" cy="2151786"/>
            <a:chOff x="0" y="0"/>
            <a:chExt cx="5653297" cy="28690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53297" cy="2869048"/>
            </a:xfrm>
            <a:custGeom>
              <a:avLst/>
              <a:gdLst/>
              <a:ahLst/>
              <a:cxnLst/>
              <a:rect r="r" b="b" t="t" l="l"/>
              <a:pathLst>
                <a:path h="2869048" w="5653297">
                  <a:moveTo>
                    <a:pt x="0" y="0"/>
                  </a:moveTo>
                  <a:lnTo>
                    <a:pt x="5653297" y="0"/>
                  </a:lnTo>
                  <a:lnTo>
                    <a:pt x="5653297" y="2869048"/>
                  </a:lnTo>
                  <a:lnTo>
                    <a:pt x="0" y="2869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994837" y="0"/>
              <a:ext cx="2658460" cy="2869048"/>
            </a:xfrm>
            <a:custGeom>
              <a:avLst/>
              <a:gdLst/>
              <a:ahLst/>
              <a:cxnLst/>
              <a:rect r="r" b="b" t="t" l="l"/>
              <a:pathLst>
                <a:path h="2869048" w="2658460">
                  <a:moveTo>
                    <a:pt x="0" y="0"/>
                  </a:moveTo>
                  <a:lnTo>
                    <a:pt x="2658460" y="0"/>
                  </a:lnTo>
                  <a:lnTo>
                    <a:pt x="2658460" y="2869048"/>
                  </a:lnTo>
                  <a:lnTo>
                    <a:pt x="0" y="2869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12653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10042353"/>
            <a:ext cx="4503308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“decision_record.pdf”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06491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94180" y="2715365"/>
            <a:ext cx="13137740" cy="6224004"/>
          </a:xfrm>
          <a:custGeom>
            <a:avLst/>
            <a:gdLst/>
            <a:ahLst/>
            <a:cxnLst/>
            <a:rect r="r" b="b" t="t" l="l"/>
            <a:pathLst>
              <a:path h="6224004" w="13137740">
                <a:moveTo>
                  <a:pt x="0" y="0"/>
                </a:moveTo>
                <a:lnTo>
                  <a:pt x="13137740" y="0"/>
                </a:lnTo>
                <a:lnTo>
                  <a:pt x="13137740" y="6224005"/>
                </a:lnTo>
                <a:lnTo>
                  <a:pt x="0" y="6224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L’ORGANISATION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41921" y="1765905"/>
            <a:ext cx="5678318" cy="7957570"/>
          </a:xfrm>
          <a:custGeom>
            <a:avLst/>
            <a:gdLst/>
            <a:ahLst/>
            <a:cxnLst/>
            <a:rect r="r" b="b" t="t" l="l"/>
            <a:pathLst>
              <a:path h="7957570" w="5678318">
                <a:moveTo>
                  <a:pt x="0" y="0"/>
                </a:moveTo>
                <a:lnTo>
                  <a:pt x="5678318" y="0"/>
                </a:lnTo>
                <a:lnTo>
                  <a:pt x="5678318" y="7957569"/>
                </a:lnTo>
                <a:lnTo>
                  <a:pt x="0" y="79575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327" t="-6681" r="-10409" b="-16166"/>
            </a:stretch>
          </a:blipFill>
          <a:ln w="19050" cap="rnd">
            <a:solidFill>
              <a:srgbClr val="FFEB99"/>
            </a:solidFill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COMPÉTENCES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023671" y="1725629"/>
            <a:ext cx="5500468" cy="8038120"/>
          </a:xfrm>
          <a:custGeom>
            <a:avLst/>
            <a:gdLst/>
            <a:ahLst/>
            <a:cxnLst/>
            <a:rect r="r" b="b" t="t" l="l"/>
            <a:pathLst>
              <a:path h="8038120" w="5500468">
                <a:moveTo>
                  <a:pt x="0" y="0"/>
                </a:moveTo>
                <a:lnTo>
                  <a:pt x="5500468" y="0"/>
                </a:lnTo>
                <a:lnTo>
                  <a:pt x="5500468" y="8038121"/>
                </a:lnTo>
                <a:lnTo>
                  <a:pt x="0" y="8038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021" t="-5656" r="-10715" b="-12151"/>
            </a:stretch>
          </a:blipFill>
          <a:ln w="19050" cap="rnd">
            <a:solidFill>
              <a:srgbClr val="FFEB99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0" y="10042353"/>
            <a:ext cx="4503308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“matrice/*.pdf”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PRIORITÉS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834909" y="1614389"/>
            <a:ext cx="14618182" cy="8288833"/>
          </a:xfrm>
          <a:custGeom>
            <a:avLst/>
            <a:gdLst/>
            <a:ahLst/>
            <a:cxnLst/>
            <a:rect r="r" b="b" t="t" l="l"/>
            <a:pathLst>
              <a:path h="8288833" w="14618182">
                <a:moveTo>
                  <a:pt x="0" y="0"/>
                </a:moveTo>
                <a:lnTo>
                  <a:pt x="14618182" y="0"/>
                </a:lnTo>
                <a:lnTo>
                  <a:pt x="14618182" y="8288833"/>
                </a:lnTo>
                <a:lnTo>
                  <a:pt x="0" y="8288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35" t="-3588" r="-7235" b="-996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0042353"/>
            <a:ext cx="5938704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“matrice/Coach'in impactEffort Matrice.png”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88662" y="1756804"/>
            <a:ext cx="7110677" cy="8080315"/>
          </a:xfrm>
          <a:custGeom>
            <a:avLst/>
            <a:gdLst/>
            <a:ahLst/>
            <a:cxnLst/>
            <a:rect r="r" b="b" t="t" l="l"/>
            <a:pathLst>
              <a:path h="8080315" w="7110677">
                <a:moveTo>
                  <a:pt x="0" y="0"/>
                </a:moveTo>
                <a:lnTo>
                  <a:pt x="7110676" y="0"/>
                </a:lnTo>
                <a:lnTo>
                  <a:pt x="7110676" y="8080315"/>
                </a:lnTo>
                <a:lnTo>
                  <a:pt x="0" y="8080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STRUCTURE GLOBALE DE L’APPLICATION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0042353"/>
            <a:ext cx="4503308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“diagram.html”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6761" y="1491822"/>
            <a:ext cx="18474761" cy="9879489"/>
          </a:xfrm>
          <a:custGeom>
            <a:avLst/>
            <a:gdLst/>
            <a:ahLst/>
            <a:cxnLst/>
            <a:rect r="r" b="b" t="t" l="l"/>
            <a:pathLst>
              <a:path h="9879489" w="18474761">
                <a:moveTo>
                  <a:pt x="0" y="0"/>
                </a:moveTo>
                <a:lnTo>
                  <a:pt x="18474761" y="0"/>
                </a:lnTo>
                <a:lnTo>
                  <a:pt x="18474761" y="9879489"/>
                </a:lnTo>
                <a:lnTo>
                  <a:pt x="0" y="9879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371" r="0" b="-255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1671" y="442352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BASE DE DONNÉES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81688" y="1532014"/>
            <a:ext cx="4302430" cy="8342273"/>
          </a:xfrm>
          <a:custGeom>
            <a:avLst/>
            <a:gdLst/>
            <a:ahLst/>
            <a:cxnLst/>
            <a:rect r="r" b="b" t="t" l="l"/>
            <a:pathLst>
              <a:path h="8342273" w="4302430">
                <a:moveTo>
                  <a:pt x="0" y="0"/>
                </a:moveTo>
                <a:lnTo>
                  <a:pt x="4302430" y="0"/>
                </a:lnTo>
                <a:lnTo>
                  <a:pt x="4302430" y="8342273"/>
                </a:lnTo>
                <a:lnTo>
                  <a:pt x="0" y="8342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80038"/>
            </a:stretch>
          </a:blipFill>
          <a:ln w="19050" cap="rnd">
            <a:gradFill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name="TextBox 4" id="4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STRUCTURE DE L’API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669990" y="1532014"/>
            <a:ext cx="3944099" cy="8342273"/>
          </a:xfrm>
          <a:custGeom>
            <a:avLst/>
            <a:gdLst/>
            <a:ahLst/>
            <a:cxnLst/>
            <a:rect r="r" b="b" t="t" l="l"/>
            <a:pathLst>
              <a:path h="8342273" w="3944099">
                <a:moveTo>
                  <a:pt x="0" y="0"/>
                </a:moveTo>
                <a:lnTo>
                  <a:pt x="3944099" y="0"/>
                </a:lnTo>
                <a:lnTo>
                  <a:pt x="3944099" y="8342273"/>
                </a:lnTo>
                <a:lnTo>
                  <a:pt x="0" y="8342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671" r="0" b="-65044"/>
            </a:stretch>
          </a:blipFill>
          <a:ln w="19050" cap="rnd">
            <a:gradFill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004614" y="2580375"/>
            <a:ext cx="5301699" cy="7293912"/>
          </a:xfrm>
          <a:custGeom>
            <a:avLst/>
            <a:gdLst/>
            <a:ahLst/>
            <a:cxnLst/>
            <a:rect r="r" b="b" t="t" l="l"/>
            <a:pathLst>
              <a:path h="7293912" w="5301699">
                <a:moveTo>
                  <a:pt x="0" y="0"/>
                </a:moveTo>
                <a:lnTo>
                  <a:pt x="5301698" y="0"/>
                </a:lnTo>
                <a:lnTo>
                  <a:pt x="5301698" y="7293912"/>
                </a:lnTo>
                <a:lnTo>
                  <a:pt x="0" y="72939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94678" r="0" b="0"/>
            </a:stretch>
          </a:blipFill>
          <a:ln w="19050" cap="rnd">
            <a:gradFill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name="TextBox 8" id="8"/>
          <p:cNvSpPr txBox="true"/>
          <p:nvPr/>
        </p:nvSpPr>
        <p:spPr>
          <a:xfrm rot="0">
            <a:off x="0" y="10042353"/>
            <a:ext cx="4503308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“schema-api.md”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9266" y="2186390"/>
            <a:ext cx="17769467" cy="7071910"/>
            <a:chOff x="0" y="0"/>
            <a:chExt cx="23692623" cy="942921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3692623" cy="9429213"/>
              <a:chOff x="0" y="0"/>
              <a:chExt cx="4680024" cy="186256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680024" cy="1862561"/>
              </a:xfrm>
              <a:custGeom>
                <a:avLst/>
                <a:gdLst/>
                <a:ahLst/>
                <a:cxnLst/>
                <a:rect r="r" b="b" t="t" l="l"/>
                <a:pathLst>
                  <a:path h="1862561" w="4680024">
                    <a:moveTo>
                      <a:pt x="0" y="0"/>
                    </a:moveTo>
                    <a:lnTo>
                      <a:pt x="4680024" y="0"/>
                    </a:lnTo>
                    <a:lnTo>
                      <a:pt x="4680024" y="1862561"/>
                    </a:lnTo>
                    <a:lnTo>
                      <a:pt x="0" y="1862561"/>
                    </a:lnTo>
                    <a:close/>
                  </a:path>
                </a:pathLst>
              </a:custGeom>
              <a:solidFill>
                <a:srgbClr val="FFD398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4680024" cy="19197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45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238355" y="467509"/>
              <a:ext cx="5255085" cy="8475944"/>
            </a:xfrm>
            <a:custGeom>
              <a:avLst/>
              <a:gdLst/>
              <a:ahLst/>
              <a:cxnLst/>
              <a:rect r="r" b="b" t="t" l="l"/>
              <a:pathLst>
                <a:path h="8475944" w="5255085">
                  <a:moveTo>
                    <a:pt x="0" y="0"/>
                  </a:moveTo>
                  <a:lnTo>
                    <a:pt x="5255085" y="0"/>
                  </a:lnTo>
                  <a:lnTo>
                    <a:pt x="5255085" y="8475944"/>
                  </a:lnTo>
                  <a:lnTo>
                    <a:pt x="0" y="847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670649" y="556179"/>
              <a:ext cx="8793997" cy="8387274"/>
            </a:xfrm>
            <a:custGeom>
              <a:avLst/>
              <a:gdLst/>
              <a:ahLst/>
              <a:cxnLst/>
              <a:rect r="r" b="b" t="t" l="l"/>
              <a:pathLst>
                <a:path h="8387274" w="8793997">
                  <a:moveTo>
                    <a:pt x="0" y="0"/>
                  </a:moveTo>
                  <a:lnTo>
                    <a:pt x="8793997" y="0"/>
                  </a:lnTo>
                  <a:lnTo>
                    <a:pt x="8793997" y="8387274"/>
                  </a:lnTo>
                  <a:lnTo>
                    <a:pt x="0" y="8387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4642446" y="556179"/>
              <a:ext cx="8793997" cy="8387274"/>
            </a:xfrm>
            <a:custGeom>
              <a:avLst/>
              <a:gdLst/>
              <a:ahLst/>
              <a:cxnLst/>
              <a:rect r="r" b="b" t="t" l="l"/>
              <a:pathLst>
                <a:path h="8387274" w="8793997">
                  <a:moveTo>
                    <a:pt x="0" y="0"/>
                  </a:moveTo>
                  <a:lnTo>
                    <a:pt x="8793997" y="0"/>
                  </a:lnTo>
                  <a:lnTo>
                    <a:pt x="8793997" y="8387274"/>
                  </a:lnTo>
                  <a:lnTo>
                    <a:pt x="0" y="8387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MAQUETTE DE L’APPLICATION WEB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10042353"/>
            <a:ext cx="4503308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“assets/coachin_maquette.png”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585453"/>
            <a:ext cx="16230600" cy="8031226"/>
            <a:chOff x="0" y="0"/>
            <a:chExt cx="3894139" cy="19268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94139" cy="1926898"/>
            </a:xfrm>
            <a:custGeom>
              <a:avLst/>
              <a:gdLst/>
              <a:ahLst/>
              <a:cxnLst/>
              <a:rect r="r" b="b" t="t" l="l"/>
              <a:pathLst>
                <a:path h="1926898" w="3894139">
                  <a:moveTo>
                    <a:pt x="0" y="0"/>
                  </a:moveTo>
                  <a:lnTo>
                    <a:pt x="3894139" y="0"/>
                  </a:lnTo>
                  <a:lnTo>
                    <a:pt x="3894139" y="1926898"/>
                  </a:lnTo>
                  <a:lnTo>
                    <a:pt x="0" y="1926898"/>
                  </a:lnTo>
                  <a:close/>
                </a:path>
              </a:pathLst>
            </a:custGeom>
            <a:solidFill>
              <a:srgbClr val="FFD39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94139" cy="1984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MAQUETTE DE L’APPLICATION WEB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0042353"/>
            <a:ext cx="5420367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“assets/coachin_mobile_model.png”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268740" y="1714469"/>
            <a:ext cx="3418204" cy="6049452"/>
          </a:xfrm>
          <a:custGeom>
            <a:avLst/>
            <a:gdLst/>
            <a:ahLst/>
            <a:cxnLst/>
            <a:rect r="r" b="b" t="t" l="l"/>
            <a:pathLst>
              <a:path h="6049452" w="3418204">
                <a:moveTo>
                  <a:pt x="0" y="0"/>
                </a:moveTo>
                <a:lnTo>
                  <a:pt x="3418204" y="0"/>
                </a:lnTo>
                <a:lnTo>
                  <a:pt x="3418204" y="6049453"/>
                </a:lnTo>
                <a:lnTo>
                  <a:pt x="0" y="6049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97" t="0" r="-13278" b="-10745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98124" y="1714469"/>
            <a:ext cx="3117475" cy="6741148"/>
          </a:xfrm>
          <a:custGeom>
            <a:avLst/>
            <a:gdLst/>
            <a:ahLst/>
            <a:cxnLst/>
            <a:rect r="r" b="b" t="t" l="l"/>
            <a:pathLst>
              <a:path h="6741148" w="3117475">
                <a:moveTo>
                  <a:pt x="0" y="0"/>
                </a:moveTo>
                <a:lnTo>
                  <a:pt x="3117476" y="0"/>
                </a:lnTo>
                <a:lnTo>
                  <a:pt x="3117476" y="6741148"/>
                </a:lnTo>
                <a:lnTo>
                  <a:pt x="0" y="6741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99" t="0" r="-15499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05458" y="2815037"/>
            <a:ext cx="3361669" cy="6571128"/>
          </a:xfrm>
          <a:custGeom>
            <a:avLst/>
            <a:gdLst/>
            <a:ahLst/>
            <a:cxnLst/>
            <a:rect r="r" b="b" t="t" l="l"/>
            <a:pathLst>
              <a:path h="6571128" w="3361669">
                <a:moveTo>
                  <a:pt x="0" y="0"/>
                </a:moveTo>
                <a:lnTo>
                  <a:pt x="3361669" y="0"/>
                </a:lnTo>
                <a:lnTo>
                  <a:pt x="3361669" y="6571129"/>
                </a:lnTo>
                <a:lnTo>
                  <a:pt x="0" y="6571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97" t="-87822" r="-13278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677103" y="7474518"/>
            <a:ext cx="5107283" cy="2399769"/>
            <a:chOff x="0" y="0"/>
            <a:chExt cx="6809710" cy="319969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606823"/>
              <a:ext cx="6809710" cy="1602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70"/>
                </a:lnSpc>
              </a:pPr>
              <a:r>
                <a:rPr lang="en-US" sz="8448" spc="168">
                  <a:solidFill>
                    <a:srgbClr val="1C232D"/>
                  </a:solidFill>
                  <a:latin typeface="Norwester"/>
                  <a:ea typeface="Norwester"/>
                  <a:cs typeface="Norwester"/>
                  <a:sym typeface="Norwester"/>
                </a:rPr>
                <a:t>HOME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171166"/>
              <a:ext cx="6809710" cy="352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13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924722"/>
              <a:ext cx="6809710" cy="274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19050"/>
              <a:ext cx="6809710" cy="220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9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245825" y="1712696"/>
            <a:ext cx="5107283" cy="1173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0"/>
              </a:lnSpc>
            </a:pPr>
            <a:r>
              <a:rPr lang="en-US" sz="8448" spc="168">
                <a:solidFill>
                  <a:srgbClr val="1C232D"/>
                </a:solidFill>
                <a:latin typeface="Norwester"/>
                <a:ea typeface="Norwester"/>
                <a:cs typeface="Norwester"/>
                <a:sym typeface="Norwester"/>
              </a:rPr>
              <a:t>PAGE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61899" y="8559230"/>
            <a:ext cx="2953700" cy="82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2"/>
              </a:lnSpc>
            </a:pPr>
            <a:r>
              <a:rPr lang="en-US" sz="5926" spc="118">
                <a:solidFill>
                  <a:srgbClr val="1C232D"/>
                </a:solidFill>
                <a:latin typeface="Norwester"/>
                <a:ea typeface="Norwester"/>
                <a:cs typeface="Norwester"/>
                <a:sym typeface="Norwester"/>
              </a:rPr>
              <a:t>CATALOG</a:t>
            </a: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9696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9684" y="1908558"/>
            <a:ext cx="17167622" cy="7473567"/>
            <a:chOff x="0" y="0"/>
            <a:chExt cx="22890162" cy="99647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5843859" y="0"/>
              <a:ext cx="7046303" cy="9964756"/>
            </a:xfrm>
            <a:custGeom>
              <a:avLst/>
              <a:gdLst/>
              <a:ahLst/>
              <a:cxnLst/>
              <a:rect r="r" b="b" t="t" l="l"/>
              <a:pathLst>
                <a:path h="9964756" w="7046303">
                  <a:moveTo>
                    <a:pt x="0" y="0"/>
                  </a:moveTo>
                  <a:lnTo>
                    <a:pt x="7046303" y="0"/>
                  </a:lnTo>
                  <a:lnTo>
                    <a:pt x="7046303" y="9964756"/>
                  </a:lnTo>
                  <a:lnTo>
                    <a:pt x="0" y="996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w="19050" cap="rnd">
              <a:solidFill>
                <a:srgbClr val="FFEB99"/>
              </a:solidFill>
              <a:prstDash val="solid"/>
              <a:round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46303" cy="9964756"/>
            </a:xfrm>
            <a:custGeom>
              <a:avLst/>
              <a:gdLst/>
              <a:ahLst/>
              <a:cxnLst/>
              <a:rect r="r" b="b" t="t" l="l"/>
              <a:pathLst>
                <a:path h="9964756" w="7046303">
                  <a:moveTo>
                    <a:pt x="0" y="0"/>
                  </a:moveTo>
                  <a:lnTo>
                    <a:pt x="7046303" y="0"/>
                  </a:lnTo>
                  <a:lnTo>
                    <a:pt x="7046303" y="9964756"/>
                  </a:lnTo>
                  <a:lnTo>
                    <a:pt x="0" y="996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19050" cap="rnd">
              <a:solidFill>
                <a:srgbClr val="FFEB99"/>
              </a:solidFill>
              <a:prstDash val="solid"/>
              <a:round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922603" y="0"/>
              <a:ext cx="7046303" cy="9964756"/>
            </a:xfrm>
            <a:custGeom>
              <a:avLst/>
              <a:gdLst/>
              <a:ahLst/>
              <a:cxnLst/>
              <a:rect r="r" b="b" t="t" l="l"/>
              <a:pathLst>
                <a:path h="9964756" w="7046303">
                  <a:moveTo>
                    <a:pt x="0" y="0"/>
                  </a:moveTo>
                  <a:lnTo>
                    <a:pt x="7046304" y="0"/>
                  </a:lnTo>
                  <a:lnTo>
                    <a:pt x="7046304" y="9964756"/>
                  </a:lnTo>
                  <a:lnTo>
                    <a:pt x="0" y="996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19050" cap="rnd">
              <a:solidFill>
                <a:srgbClr val="FFEB99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CHARTE GRAPHIQUE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10042353"/>
            <a:ext cx="4503308" cy="24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8"/>
              </a:lnSpc>
              <a:spcBef>
                <a:spcPct val="0"/>
              </a:spcBef>
            </a:pPr>
            <a:r>
              <a:rPr lang="en-US" sz="180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Voir “assets/charte graphique.pdf”</a:t>
            </a: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9841" y="3172058"/>
            <a:ext cx="2040186" cy="2703861"/>
          </a:xfrm>
          <a:custGeom>
            <a:avLst/>
            <a:gdLst/>
            <a:ahLst/>
            <a:cxnLst/>
            <a:rect r="r" b="b" t="t" l="l"/>
            <a:pathLst>
              <a:path h="2703861" w="2040186">
                <a:moveTo>
                  <a:pt x="0" y="0"/>
                </a:moveTo>
                <a:lnTo>
                  <a:pt x="2040186" y="0"/>
                </a:lnTo>
                <a:lnTo>
                  <a:pt x="2040186" y="2703860"/>
                </a:lnTo>
                <a:lnTo>
                  <a:pt x="0" y="270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72399" y="3312657"/>
            <a:ext cx="2943203" cy="2563262"/>
          </a:xfrm>
          <a:custGeom>
            <a:avLst/>
            <a:gdLst/>
            <a:ahLst/>
            <a:cxnLst/>
            <a:rect r="r" b="b" t="t" l="l"/>
            <a:pathLst>
              <a:path h="2563262" w="2943203">
                <a:moveTo>
                  <a:pt x="0" y="0"/>
                </a:moveTo>
                <a:lnTo>
                  <a:pt x="2943202" y="0"/>
                </a:lnTo>
                <a:lnTo>
                  <a:pt x="2943202" y="2563261"/>
                </a:lnTo>
                <a:lnTo>
                  <a:pt x="0" y="2563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75898" y="3104209"/>
            <a:ext cx="3634337" cy="2980156"/>
          </a:xfrm>
          <a:custGeom>
            <a:avLst/>
            <a:gdLst/>
            <a:ahLst/>
            <a:cxnLst/>
            <a:rect r="r" b="b" t="t" l="l"/>
            <a:pathLst>
              <a:path h="2980156" w="3634337">
                <a:moveTo>
                  <a:pt x="0" y="0"/>
                </a:moveTo>
                <a:lnTo>
                  <a:pt x="3634337" y="0"/>
                </a:lnTo>
                <a:lnTo>
                  <a:pt x="3634337" y="2980157"/>
                </a:lnTo>
                <a:lnTo>
                  <a:pt x="0" y="29801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79841" y="649870"/>
            <a:ext cx="14624658" cy="9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FEATURES POUR LE MVP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954" y="6390427"/>
            <a:ext cx="6071960" cy="18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Impémentation de la stack relié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35914" y="6390427"/>
            <a:ext cx="6071960" cy="18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Catalogue coach avec tags / filtres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57087" y="6390427"/>
            <a:ext cx="6071960" cy="18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3"/>
              </a:lnSpc>
            </a:pPr>
            <a:r>
              <a:rPr lang="en-US" sz="6707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Outil de création de programme sportif</a:t>
            </a: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16016" y="-8142533"/>
            <a:ext cx="27804016" cy="19513844"/>
          </a:xfrm>
          <a:custGeom>
            <a:avLst/>
            <a:gdLst/>
            <a:ahLst/>
            <a:cxnLst/>
            <a:rect r="r" b="b" t="t" l="l"/>
            <a:pathLst>
              <a:path h="19513844" w="27804016">
                <a:moveTo>
                  <a:pt x="0" y="0"/>
                </a:moveTo>
                <a:lnTo>
                  <a:pt x="27804016" y="0"/>
                </a:lnTo>
                <a:lnTo>
                  <a:pt x="27804016" y="19513844"/>
                </a:lnTo>
                <a:lnTo>
                  <a:pt x="0" y="1951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039" r="0" b="-6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8988" y="2554505"/>
            <a:ext cx="14050024" cy="420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97"/>
              </a:lnSpc>
            </a:pPr>
            <a:r>
              <a:rPr lang="en-US" sz="15521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AVEZ VOUS DES QUESTIONS 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70512" y="967584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DAHA7n-juGc</dc:identifier>
  <dcterms:modified xsi:type="dcterms:W3CDTF">2011-08-01T06:04:30Z</dcterms:modified>
  <cp:revision>1</cp:revision>
  <dc:title>Coach'In follow up</dc:title>
</cp:coreProperties>
</file>